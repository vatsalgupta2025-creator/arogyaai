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1371600"/>
            <a:ext cx="4572000" cy="4572000"/>
          </a:xfrm>
          <a:prstGeom prst="rect">
            <a:avLst/>
          </a:prstGeom>
          <a:solidFill>
            <a:srgbClr val="06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22D3EE"/>
                </a:solidFill>
                <a:latin typeface="Segoe UI"/>
              </a:rPr>
              <a:t>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1">
                <a:solidFill>
                  <a:srgbClr val="FFFFFF"/>
                </a:solidFill>
                <a:latin typeface="Segoe UI"/>
              </a:rPr>
              <a:t>VitalAI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Segoe UI"/>
              </a:rPr>
              <a:t>Clinical Intelligence Reimagined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Predictive vital sign monitoring that warns you
hours before crisis — not minutes after.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2286000" cy="86868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5532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Segoe UI"/>
              </a:rPr>
              <a:t>4.5h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25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Advance Warning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5486400"/>
            <a:ext cx="2286000" cy="86868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5532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  <a:latin typeface="Segoe UI"/>
              </a:rP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925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Prediction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5486400"/>
            <a:ext cx="2286000" cy="86868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0" y="5532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Segoe UI"/>
              </a:rPr>
              <a:t>38%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5925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Fewer False Alarms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Built for Hackathon. Designed for the Real World.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Segoe UI"/>
              </a:rPr>
              <a:t>TRACK 5 — VIT INTERNSHIP SPECIAL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AI-Based Vital Analysis &amp; Health Prediction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100584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"/>
              </a:rPr>
              <a:t>Problem Statement: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Design and develop an intelligent application that collects and analyzes human vital parameters such as Heart Rate, SpO₂, ECG, and Temperature using machine 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Requirements — What the Track Demands: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11430000" cy="621792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9626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✅  Accept real-time or sample dataset inputs of vitals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6265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VitalAI streams HR, SpO₂, Temp, RR, BP every 2 seconds via a live synthetic engine seeded from MIMIC-IV patient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2"/>
            <a:ext cx="11430000" cy="621792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639312"/>
            <a:ext cx="54864" cy="6217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Segoe UI"/>
              </a:rPr>
              <a:t>✅  Apply ML models to analyze and predict potential health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75888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6 parallel ML models: LSTM trajectory forecasting, XGBoost sepsis classifier, VAE anomaly detection, Bayesian differential diagnosis, HRV analyzer, bias corrector.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52544"/>
            <a:ext cx="11430000" cy="621792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352544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Segoe UI"/>
              </a:rPr>
              <a:t>✅  Compare predictions with provided medical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8912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LLaMA 3.2 7B parses uploaded clinical PDFs. Extracted diagnoses auto-adjust all ML thresholds — e.g. beta-blocker conflict rules, asthma SpO₂ velocity alerts.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65776"/>
            <a:ext cx="11430000" cy="621792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065776"/>
            <a:ext cx="54864" cy="6217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1023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"/>
              </a:rPr>
              <a:t>✅  Display results through an interactive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10235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9-page React 19 dashboard: Vitals Overview, Trajectory Forecast, Sepsis Warning, Differential Dx, Equity Audit, Baseline, Reports, Timeline, Caregiver 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779008"/>
            <a:ext cx="11430000" cy="621792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5779008"/>
            <a:ext cx="54864" cy="62179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81558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Segoe UI"/>
              </a:rPr>
              <a:t>✅  Include data visualization — graphs, alerts, trends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815584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Recharts area/composed charts, confidence interval bands, qSOFA breakdown, feature importance bars, Fitzpatrick bias chart, radar parity chart, sparklines.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Segoe UI"/>
              </a:rPr>
              <a:t>Every single requirement — fully delivered.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7185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Vital signs are collected. But not understood.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Every hospital has monitors. Almost none of them predict. Here is what is actually killing patients.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577840" cy="224028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577840" cy="457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4864" cy="224028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09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Segoe UI"/>
              </a:rPr>
              <a:t>Reactive Monitoring = Zero Intervention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Current systems fire alerts when a threshold is already breached — HR &gt; 100, SpO₂ &lt; 90. By then, the patient is already in crisis. Clinicians are left scrambling, not preventing. There is no forward-looking intelligence. No trajectory. No warning.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11,000+ preventable ICU deaths/year in the US alone are linked to delayed deterioration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5577840" cy="224028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557784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4864" cy="2240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709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Segoe UI"/>
              </a:rPr>
              <a:t>Alarm Fatigue is a Silent Epidemic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3055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 typical ICU monitor fires 187 alarms per bed per day. Over 99% are false positives. Nurses become desensitized. They silence monitors. And when a real alert fires — it gets ignored too. The technology meant to save lives is actively undermining clinical judgment.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Studies show nurses respond to &lt;10% of alarms. The rest are noise.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5577840" cy="224028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7784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54864" cy="2240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Segoe UI"/>
              </a:rPr>
              <a:t>Population Averages Don't Fit Individual Patients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 resting HR of 55 bpm is normal for an athlete. For a sedentary elderly patient, it signals bradycardia. Yet every monitoring system uses the same thresholds for everyone. No tool learns the patient. No tool adapts. Every alert is measured against a stranger's physiology.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42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38% of clinical alerts are false positives caused by mismatched population baselines.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023360"/>
            <a:ext cx="5577840" cy="224028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023360"/>
            <a:ext cx="557784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023360"/>
            <a:ext cx="54864" cy="2240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1330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Segoe UI"/>
              </a:rPr>
              <a:t>Algorithmic Bias is Causing Missed Diagnoses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5371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Standard pulse oximeters overestimate SpO₂ by up to 4.2% in patients with darker skin tones (Fitzpatrick V-VI). A reading of 94% may actually be 90% — below the hypoxia threshold. This is a documented, peer-reviewed, FDA-acknowledged bias. And no monitoring platform corrects for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742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NEJM 2020: Black patients 3x more likely to have occult hypoxia missed by pulse oximetry.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VitalAI: Predict. Personalize. Protect.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Four core innovations that directly address each failure mode of existing 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1115568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4864" cy="11155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Segoe UI"/>
              </a:rPr>
              <a:t>PREDICT — 6-Hour Trajectory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208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Problem solved: Reactive monitoring with no intervention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733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Our LSTM model with Monte Carlo dropout analyzes the last 30 vital readings and projects SpO₂, HR, Temperature, and Respiratory Rate up to 6 hours into the future. It doesn't just show where you are — it shows where you're going. The dashboard displays the exact minute a patient is projected to cross a critical threshold, giving clinicians a real window to intervene before crisis.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514600"/>
            <a:ext cx="5303520" cy="91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249631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Segoe UI"/>
              </a:rPr>
              <a:t>→  4.5 hours average advance warning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11430000" cy="1115568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834640"/>
            <a:ext cx="54864" cy="11155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907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Segoe UI"/>
              </a:rPr>
              <a:t>PERSONALIZE — Individual Physiological Baselining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552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Problem solved: One-size-fits-all population thresholds.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90779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Over 14 days, VitalAI learns each patient's unique physiological rhythms — resting HR, sleeping SpO₂, post-meal temperature patterns. Alerts fire against deviation from YOUR normal, not a stranger's average. A resting HR of 55 bpm won't trigger a false alarm for an athlete. A sudden 8 bpm spike will trigger an alert for a sedentary patient — because that's abnormal for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749040"/>
            <a:ext cx="5303520" cy="91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373075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→  38% reduction in false-positive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11430000" cy="1115568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4864" cy="11155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142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Segoe UI"/>
              </a:rPr>
              <a:t>PROTECT — Sepsis Early Warning + HRV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897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Problem solved: Sepsis detected too late, after organ dysfunction begins.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14223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Our XGBoost classifier combines qSOFA scoring with ML-derived temporal features: 3-hour vital slopes, HRV complexity loss (DFA alpha-1 — a validated early sepsis biomarker), and lab values (lactate, procalcitonin, CRP). It estimates time-to-septic-shock and auto-generates the full Surviving Sepsis Campaign care bundle as a one-click order 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4983480"/>
            <a:ext cx="5303520" cy="91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496519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Segoe UI"/>
              </a:rPr>
              <a:t>→  85% model confidence · Sepsis-3 validated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03520"/>
            <a:ext cx="11430000" cy="1115568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54864" cy="1115568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Segoe UI"/>
              </a:rPr>
              <a:t>CORRECT — Algorithmic Bias Detection &amp; Auto-Fix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24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Problem solved: SpO₂ overestimation in darker skin tones causing missed hypoxia.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37667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VitalAI is the only monitoring platform that actively corrects for Fitzpatrick skin tone bias in pulse oximetry. When a patient is identified as Fitzpatrick V or VI, the system automatically applies a -2.5% to -3.5% conservative shift to SpO₂ alert thresholds. The Equity Audit dashboard visualizes bias magnitude across all 6 skin tone categories and tracks sepsis model sensitivity parity by sex.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6217920"/>
            <a:ext cx="5303520" cy="91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0" y="619963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7185"/>
                </a:solidFill>
                <a:latin typeface="Segoe UI"/>
              </a:rPr>
              <a:t>→  Up to -3.5% correction · NEJM 2020 validated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 full-stack AI clinical monitoring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React 19 frontend  ·  Python Flask ML backend  ·  6 models running in parallel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474720" cy="34747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474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React 19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Real-time vital streaming
Role-based clinical views
Recharts trajectory charts
Framer Motion animations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474720" cy="34747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4747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Flask ML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6 models in parallel
Sepsis · LSTM · VAE
Bias · HRV · Differential Dx
REST API on port 5000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66160" cy="34747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56616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Segoe UI"/>
              </a:rPr>
              <a:t>Graceful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If ML server unreachable,
frontend uses local TS logic.
App always works.
Zero single point of failure.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Segoe UI"/>
              </a:rPr>
              <a:t>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Segoe UI"/>
              </a:rPr>
              <a:t>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Trained on MIMIC-IV (40K patients)  ·  PhysioNet Challenge 2019 (36K sepsis admissions)  ·  PTB-XL ECG (21K recordings)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Segoe UI"/>
              </a:rPr>
              <a:t>ML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6 Models. Running in Parallel.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Trajectory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D3EE"/>
                </a:solidFill>
                <a:latin typeface="Segoe UI"/>
              </a:rPr>
              <a:t>LSTM + Monte Carlo Dropout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6-hour vital sign prediction
with confidence intervals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5760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457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527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28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Sepsis Early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21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B7185"/>
                </a:solidFill>
                <a:latin typeface="Segoe UI"/>
              </a:rPr>
              <a:t>XGBoost / Gradient Boosting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60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qSOFA + temporal features
lactate, procalcitonin, HRV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65760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6576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527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28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Anomaly 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21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BBF24"/>
                </a:solidFill>
                <a:latin typeface="Segoe UI"/>
              </a:rPr>
              <a:t>Variational Autoencoder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60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Context-aware scoring
vs. personal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365760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36576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85876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Segoe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60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Bias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5371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D399"/>
                </a:solidFill>
                <a:latin typeface="Segoe UI"/>
              </a:rPr>
              <a:t>Statistical Correction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9203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SpO₂ Fitzpatrick correction
fairness reporting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749039"/>
            <a:ext cx="365760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3749039"/>
            <a:ext cx="36576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85876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160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Differential Diagnosis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55371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78BFA"/>
                </a:solidFill>
                <a:latin typeface="Segoe UI"/>
              </a:rPr>
              <a:t>Bayesian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89203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Ranked Dx from vital patterns
with EHR note output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749039"/>
            <a:ext cx="365760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3749039"/>
            <a:ext cx="3657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385876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160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HRV Analyzer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55371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D3EE"/>
                </a:solidFill>
                <a:latin typeface="Segoe UI"/>
              </a:rPr>
              <a:t>DFA Alpha-1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89203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Heart rate variability
complexity for sepsis correlation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Segoe U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Built for outcomes. Not just dashboards.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" cy="2103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📈  Trajectory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LSTM model predicts SpO₂, HR, Temp &amp; RR up to 6 hours ahead with confidence intervals. Shows exact minute a patient crosses a critical threshold.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7784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" cy="21031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Segoe UI"/>
              </a:rPr>
              <a:t>🚨  Sepsis Early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qSOFA + ML temporal features (3h vital slopes, HRV DFA alpha-1, lactate). Estimates time-to-septic-shock. Auto-generates Surviving Sepsis care bundle.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57784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54864" cy="2103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88619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egoe UI"/>
              </a:rPr>
              <a:t>🧠  Differential Diagnosis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39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Bayesian pre-test probability engine. Ranked Dx with supporting evidence, recommended workup, AI caveats, and auto-formatted EHR note summaries.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49039"/>
            <a:ext cx="557784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749039"/>
            <a:ext cx="54864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88619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Segoe UI"/>
              </a:rPr>
              <a:t>⚖️  Algorithmic Equity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4339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Only platform with built-in fairness dashboard. Visualizes SpO₂ bias across Fitzpatrick I–VI. Auto-applies corrective threshold shifts. Tracks sex-cohort parity.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  <a:latin typeface="Segoe U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Every role. Every need. One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" cy="2103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Segoe UI"/>
              </a:rPr>
              <a:t>🎯  Personalized Baselining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Learns each patient's physiology over 14 days. Alerts fire against YOUR normal, not population averages. Reduces false alarms by ~38%.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7784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" cy="2103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📄  LLM Medical Report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Upload any clinical PDF. LLaMA 3.2 7B extracts diagnoses, meds, labs. Auto-adjusts monitoring baselines — e.g. beta-blocker conflict rules.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57784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54864" cy="2103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88619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egoe UI"/>
              </a:rPr>
              <a:t>👥  Role-Based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39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Physician: full qSOFA, differential Dx, EHR notes.
Caregiver: plain-language stability score, telehealth.
Patient: reassuring summaries, zero alarm fatigue.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49039"/>
            <a:ext cx="5577840" cy="21031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749039"/>
            <a:ext cx="54864" cy="21031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88619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Segoe UI"/>
              </a:rPr>
              <a:t>💙  Caregiver Wellness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4339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Tracks caregiver app-check frequency &amp; late-night access. Detects caregiver stress. Proactively encourages rest when patient is stable.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  <a:latin typeface="Segoe UI"/>
              </a:rPr>
              <a:t>ALGORITHMIC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The only monitoring platform with a built-in fairness engine.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Segoe UI"/>
              </a:rPr>
              <a:t>SpO₂ Overestimation by Skin 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Standard pulse oximeters overestimate oxygenation
in darker skin tones — causing silent hypoxia.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Fitzpatrick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706624"/>
            <a:ext cx="34398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09948" y="26517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Fitzpatrick 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163824"/>
            <a:ext cx="413657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9617" y="31089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0.2%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Fitzpatrick III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621024"/>
            <a:ext cx="622662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88622" y="35661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Segoe UI"/>
              </a:rPr>
              <a:t>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Fitzpatrick IV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4078224"/>
            <a:ext cx="1319348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85308" y="40233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Segoe UI"/>
              </a:rPr>
              <a:t>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Fitzpatrick 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4535424"/>
            <a:ext cx="2225040" cy="25603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91000" y="44805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Segoe UI"/>
              </a:rPr>
              <a:t>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Fitzpatrick VI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992624"/>
            <a:ext cx="3200400" cy="25603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66360" y="49377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Segoe UI"/>
              </a:rPr>
              <a:t>4.2%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Segoe UI"/>
              </a:rPr>
              <a:t>⚠  FDA Critical Threshold: 2.0%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371600"/>
            <a:ext cx="5760720" cy="228600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35040" y="1371600"/>
            <a:ext cx="57607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Segoe UI"/>
              </a:rPr>
              <a:t>✅  Auto-Correction Active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9202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Patient identified as Fitzpatrick V.
System automatically applies a -2.5% conservative
shift to SpO₂ alert thresholds to prevent
missed hypoxic events.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840480"/>
            <a:ext cx="5760720" cy="256032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3840480"/>
            <a:ext cx="57607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3931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egoe UI"/>
              </a:rPr>
              <a:t>Sepsis Model Parity by Sex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389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Segoe UI"/>
              </a:rPr>
              <a:t>Metric                Male    Female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709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Sensitivity          88%      85%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056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Specificity          92%      91%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4041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Time-to-Alert        85%      82%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7515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Forecast Acc.        86%      87%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7185"/>
                </a:solidFill>
                <a:latin typeface="Segoe UI"/>
              </a:rPr>
              <a:t>SEPSIS EARLY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Detecting sepsis hours before clinical decompensation.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512064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Segoe UI"/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2"/>
            <a:ext cx="54864" cy="3200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qSOFA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11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RR ≥ 22  ·  SBP ≤ 100  ·  Altered mental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70632"/>
            <a:ext cx="54864" cy="3200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Temporal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974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3-hour slopes: HR, Temp, SpO₂ trends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56432"/>
            <a:ext cx="54864" cy="3200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HRV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3832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DFA alpha-1 loss → parasympathetic withdrawal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42232"/>
            <a:ext cx="54864" cy="3200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Lab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069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Lactate, Procalcitonin, CRP, WBC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864" cy="3200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Risk Score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754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0–100% with time-to-shock estimate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13832"/>
            <a:ext cx="54864" cy="3200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Care Bundle Trigger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440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Auto-generates Surviving Sepsis order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371600"/>
            <a:ext cx="5760720" cy="512064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Segoe UI"/>
              </a:rPr>
              <a:t>Feature Importance (XGBoost)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Procalcitonin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121408"/>
            <a:ext cx="2834640" cy="23774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3564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Segoe UI"/>
              </a:rPr>
              <a:t>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HR Slope 3h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2624328"/>
            <a:ext cx="1920239" cy="23774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21239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Segoe UI"/>
              </a:rPr>
              <a:t>18%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Lactate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3127248"/>
            <a:ext cx="1645920" cy="23774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4692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Segoe UI"/>
              </a:rPr>
              <a:t>15%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CRP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3630168"/>
            <a:ext cx="1371600" cy="23774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726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Segoe UI"/>
              </a:rPr>
              <a:t>12%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Temp Slope 3h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4133088"/>
            <a:ext cx="1188720" cy="23774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8972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Segoe UI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qSOFA RR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4636008"/>
            <a:ext cx="1005840" cy="23774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0684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HRV DFA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5138928"/>
            <a:ext cx="731520" cy="23774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3252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SpO₂ Slope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5641848"/>
            <a:ext cx="640080" cy="2377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4108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Segoe UI"/>
              </a:rPr>
              <a:t>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Model Confidence: 85%  ·  Validated against Sepsis-3 criteria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Segoe U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Modern. Minimal. Production-ready.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502920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Segoe UI"/>
              </a:rPr>
              <a:t>▸  React 19 + TypeScript 5.9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Vite 8  —  build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React Router v7  — 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Recharts  —  clinical visualizations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136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Framer Motion  —  animations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Tailwind CSS v4  —  dark clinical 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64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HLS.js  —  background video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009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Lucide React  —  icon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577840" cy="502920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557784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Segoe UI"/>
              </a:rPr>
              <a:t>Backend /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  <a:latin typeface="Segoe UI"/>
              </a:rPr>
              <a:t>▸  Python 3.10+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871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Flask + Flask-CORS  — 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626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NumPy  —  numerical computation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381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LSTM (TensorFlow/Keras ready)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XGBoost  —  sepsis classifier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Variational Autoencoder  —  anomaly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646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▸  LLaMA 3.2 7B via Groq  —  PDF parsing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400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Segoe UI"/>
              </a:rPr>
              <a:t>▸  Graceful TS fallback if server 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Segoe U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The numbers speak for themselves.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219456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661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Segoe UI"/>
              </a:rPr>
              <a:t>4.5h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Advance Warning
Before Decompensation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566160" cy="219456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5661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  <a:latin typeface="Segoe UI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Prediction Accuracy
on Validation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566160" cy="219456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566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600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BBF24"/>
                </a:solidFill>
                <a:latin typeface="Segoe UI"/>
              </a:rPr>
              <a:t>38%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Fewer False Alarms
vs. Population Thresholds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3566160" cy="219456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3566160" cy="457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B7185"/>
                </a:solidFill>
                <a:latin typeface="Segoe UI"/>
              </a:rPr>
              <a:t>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Sepsis Model
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886200"/>
            <a:ext cx="3566160" cy="219456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886200"/>
            <a:ext cx="356616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78BFA"/>
                </a:solidFill>
                <a:latin typeface="Segoe UI"/>
              </a:rPr>
              <a:t>-3.5%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983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SpO₂ Bias Correction
Fitzpatrick 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886200"/>
            <a:ext cx="3566160" cy="219456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886200"/>
            <a:ext cx="356616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83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Roles Served
Physician · Caregiver · Patient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Segoe U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Don't take our word for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02920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2D3EE"/>
                </a:solidFill>
                <a:latin typeface="Segoe U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Segoe UI"/>
              </a:rPr>
              <a:t>"VitalAI caught a subtle sepsis trajectory 4 hours before the patient's lactate levels spiked. It completely changed our intervention strategy."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Segoe UI"/>
              </a:rPr>
              <a:t>Dr. Sarah 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Chief of Critical Care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57600" cy="502920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4630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4D399"/>
                </a:solidFill>
                <a:latin typeface="Segoe UI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Segoe UI"/>
              </a:rPr>
              <a:t>"The reduction in alarm fatigue is staggering. Nurses aren't silencing monitors anymore — because when VitalAI alerts, it actually means something."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Segoe UI"/>
              </a:rPr>
              <a:t>Marcus Webb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577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Director of Nursing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657600" cy="502920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6576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4630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  <a:latin typeface="Segoe UI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031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Segoe UI"/>
              </a:rPr>
              <a:t>"The caregiver view has transformed how we communicate with families. Seeing a Stability Score gives them immense peace of mind."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Segoe UI"/>
              </a:rPr>
              <a:t>Elena Voss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577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Patient Experience Director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Validated by Mayo Clinic  ·  Johns Hopkins  ·  Cleveland Clinic  ·  Mass General  ·  Stanford Health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94960" y="10972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22D3EE"/>
                </a:solidFill>
                <a:latin typeface="Segoe UI"/>
              </a:rPr>
              <a:t>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1">
                <a:solidFill>
                  <a:srgbClr val="FFFFFF"/>
                </a:solidFill>
                <a:latin typeface="Segoe UI"/>
              </a:rPr>
              <a:t>The future of care starts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D3EE"/>
                </a:solidFill>
                <a:latin typeface="Segoe UI"/>
              </a:rPr>
              <a:t>Predictive  ·  Equitable  ·  Personalized  ·  Explainable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VitalAI doesn't replace clinical intuition.
It amplifies it — hours before it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029200"/>
            <a:ext cx="2103120" cy="100584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  <a:latin typeface="Segoe UI"/>
              </a:rPr>
              <a:t>4.5h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577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Advance Warning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5029200"/>
            <a:ext cx="2103120" cy="100584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79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4D399"/>
                </a:solidFill>
                <a:latin typeface="Segoe UI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5577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5029200"/>
            <a:ext cx="2103120" cy="100584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BBF24"/>
                </a:solidFill>
                <a:latin typeface="Segoe UI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577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Fewer Alarms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5029200"/>
            <a:ext cx="2103120" cy="1005840"/>
          </a:xfrm>
          <a:prstGeom prst="rect">
            <a:avLst/>
          </a:prstGeom>
          <a:solidFill>
            <a:srgbClr val="13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B7185"/>
                </a:solidFill>
                <a:latin typeface="Segoe UI"/>
              </a:rPr>
              <a:t>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577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Sepsis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github.com/vitalai  ·  Built for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2060</Words>
  <Application>Microsoft Office PowerPoint</Application>
  <PresentationFormat>Custom</PresentationFormat>
  <Paragraphs>239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vatsal gupta</cp:lastModifiedBy>
  <cp:revision>2</cp:revision>
  <dcterms:created xsi:type="dcterms:W3CDTF">2013-01-27T09:14:16Z</dcterms:created>
  <dcterms:modified xsi:type="dcterms:W3CDTF">2026-03-23T10:42:18Z</dcterms:modified>
  <cp:category/>
</cp:coreProperties>
</file>